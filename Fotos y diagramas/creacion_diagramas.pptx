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D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F653FC-81B8-3400-41E2-9C5218FB5A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09CA48-5151-D3C6-425D-310BB59D3D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6D734A-BCCE-7B39-56AA-5E614C476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2B0D-B83A-42FE-86A2-4188298E05E2}" type="datetimeFigureOut">
              <a:rPr lang="es-ES" smtClean="0"/>
              <a:t>16/07/2025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9FB35C-75F0-C116-757C-38EA72895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D11F58-1CFC-804F-5D1D-A1D39FDD8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95264-00F1-4164-9C25-2EE136FA13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7555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C40A2C-804D-D630-DACF-3F9B48543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37A0D9-999B-3275-E145-BC22B7A02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D84FD9-717D-24F3-7F43-8A7578006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2B0D-B83A-42FE-86A2-4188298E05E2}" type="datetimeFigureOut">
              <a:rPr lang="es-ES" smtClean="0"/>
              <a:t>16/07/2025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C6E3AC-266A-844B-97AC-88429A468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826462-9FF4-406F-D631-7F0C1FEF1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95264-00F1-4164-9C25-2EE136FA13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3183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0FCD8E-C498-85A5-63B1-8564ED39E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E9EF4B1-B625-89A6-4844-131289B56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1DDB0B-6BFF-EBA1-04FA-600581EA3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2B0D-B83A-42FE-86A2-4188298E05E2}" type="datetimeFigureOut">
              <a:rPr lang="es-ES" smtClean="0"/>
              <a:t>16/07/2025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0EFC50-6C73-2A6C-556F-F72C5A4D0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A82CBC-38CB-5F46-6809-55F6CC3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95264-00F1-4164-9C25-2EE136FA13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5530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E6CE24-F70C-F48F-E13B-115BC3D40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052374-340F-977C-FE05-D48031B4E4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B87B9C6-4905-4E5C-CA61-A84937394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C9F8ADB-C905-0356-3345-1A8871505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2B0D-B83A-42FE-86A2-4188298E05E2}" type="datetimeFigureOut">
              <a:rPr lang="es-ES" smtClean="0"/>
              <a:t>16/07/2025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07F71E-EC8F-3B6E-671C-7B979EA48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C0C5C6-3017-8FFD-14BE-2D6CB1B04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95264-00F1-4164-9C25-2EE136FA13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9646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152D62-D782-51C2-0BC2-7966B5636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B5EBAC2-5F3C-7A04-BA1B-D00D5BD6D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27C73A2-34AD-8B31-860E-A7EFA8D64C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7288E8B-3893-124F-DAD6-B84EA3ABB1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9DA2E4D-7EB4-0F3B-3FBF-CA7ABF6B89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B25CC04-1DE2-F7C4-260B-8A5EAAD45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2B0D-B83A-42FE-86A2-4188298E05E2}" type="datetimeFigureOut">
              <a:rPr lang="es-ES" smtClean="0"/>
              <a:t>16/07/2025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B8B032A-5FA2-5080-8592-30BA59E8F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EAFE3C5-74AD-1547-2FB8-24C8F3E24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95264-00F1-4164-9C25-2EE136FA13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792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79527F-9467-B72A-E664-8F87646DD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979EC29-E3EF-39E2-85B1-5211E59D4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2B0D-B83A-42FE-86A2-4188298E05E2}" type="datetimeFigureOut">
              <a:rPr lang="es-ES" smtClean="0"/>
              <a:t>16/07/2025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66FACBE-C083-927C-B9C1-F5484F9FC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5BB372E-7E7C-B27B-A11C-5E6252EF9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95264-00F1-4164-9C25-2EE136FA13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9368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6B152D7-A07F-6C69-6757-55D46378E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2B0D-B83A-42FE-86A2-4188298E05E2}" type="datetimeFigureOut">
              <a:rPr lang="es-ES" smtClean="0"/>
              <a:t>16/07/2025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5233DF9-4012-0050-322E-38FB7FEC9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5E0F459-A1A8-94A2-82BC-9910C009B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95264-00F1-4164-9C25-2EE136FA13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7130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230FF8-62D0-36B2-F0FF-3A48A3084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DB96D8-F566-1942-ACA8-C9621799E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4F1B88-AB2C-BD66-ABD6-6C91029D2A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9C2B6C9-1BD7-BC16-587A-26260DFB7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2B0D-B83A-42FE-86A2-4188298E05E2}" type="datetimeFigureOut">
              <a:rPr lang="es-ES" smtClean="0"/>
              <a:t>16/07/2025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FC72217-2B25-23F2-6BBB-B3BC8FC2E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569BD31-FEBD-AAC7-EF99-C9629A738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95264-00F1-4164-9C25-2EE136FA13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1476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0075B6-550A-585B-23FA-D497A3651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C410D97-581B-C072-897F-B86D03B2BE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1957425-5632-25DA-8E14-87467C2700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70EFD77-97C8-0780-457F-78612439A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2B0D-B83A-42FE-86A2-4188298E05E2}" type="datetimeFigureOut">
              <a:rPr lang="es-ES" smtClean="0"/>
              <a:t>16/07/2025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A773BDB-3D92-0A6A-22FD-9CB25D849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973C39-67A9-3182-1334-DB8D1B384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95264-00F1-4164-9C25-2EE136FA13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5007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4EA59C-6D02-456B-BE2A-A1B94F591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D8A5A2E-6644-0325-5C47-D627DA77EC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92D226-C46E-EACC-710C-919DE948E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2B0D-B83A-42FE-86A2-4188298E05E2}" type="datetimeFigureOut">
              <a:rPr lang="es-ES" smtClean="0"/>
              <a:t>16/07/2025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FD9367-286F-BE80-BD26-7E8821217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F215E2-6948-E697-8F3E-B195D3506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95264-00F1-4164-9C25-2EE136FA13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8946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290CB7F-29F7-830C-43A1-7273CC6FF1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E678FBC-329B-DC32-FA59-267476EF34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D0FABD-874D-4796-0AEA-F30A2052A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2B0D-B83A-42FE-86A2-4188298E05E2}" type="datetimeFigureOut">
              <a:rPr lang="es-ES" smtClean="0"/>
              <a:t>16/07/2025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BF19D9-CA94-4276-35EA-8BD8E0EA8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9899C8-1E8C-B121-B2E2-A7C59E2B7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95264-00F1-4164-9C25-2EE136FA13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5002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A32D22D-A336-F9B2-5E68-8B1FDB8B6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F7F4A2-FA65-AA0C-143E-49BEFEBD8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CAA499-4151-A260-25CA-501A7D2CEA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7B2B0D-B83A-42FE-86A2-4188298E05E2}" type="datetimeFigureOut">
              <a:rPr lang="es-ES" smtClean="0"/>
              <a:t>16/07/2025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AF08BE-4FD8-F758-0CCF-5CC97591A3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16C179-0D3B-E66A-7674-B965BB5842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395264-00F1-4164-9C25-2EE136FA13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1706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D8955DE9-35DB-BB2F-118D-DE12E50A86B5}"/>
              </a:ext>
            </a:extLst>
          </p:cNvPr>
          <p:cNvCxnSpPr/>
          <p:nvPr/>
        </p:nvCxnSpPr>
        <p:spPr>
          <a:xfrm>
            <a:off x="4971699" y="2101234"/>
            <a:ext cx="1034981" cy="82396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D04B0695-F0D8-8A15-9B58-989EFC1FFE79}"/>
              </a:ext>
            </a:extLst>
          </p:cNvPr>
          <p:cNvCxnSpPr>
            <a:cxnSpLocks/>
          </p:cNvCxnSpPr>
          <p:nvPr/>
        </p:nvCxnSpPr>
        <p:spPr>
          <a:xfrm>
            <a:off x="4523752" y="3114933"/>
            <a:ext cx="1365733" cy="1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7F6BAF18-D30B-66D2-374F-F6DE81451292}"/>
              </a:ext>
            </a:extLst>
          </p:cNvPr>
          <p:cNvCxnSpPr>
            <a:cxnSpLocks/>
          </p:cNvCxnSpPr>
          <p:nvPr/>
        </p:nvCxnSpPr>
        <p:spPr>
          <a:xfrm flipV="1">
            <a:off x="4971698" y="3304665"/>
            <a:ext cx="1034981" cy="823964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0F258EDB-8D97-3150-5E9F-0FBEA727B2B4}"/>
              </a:ext>
            </a:extLst>
          </p:cNvPr>
          <p:cNvCxnSpPr>
            <a:cxnSpLocks/>
          </p:cNvCxnSpPr>
          <p:nvPr/>
        </p:nvCxnSpPr>
        <p:spPr>
          <a:xfrm flipH="1">
            <a:off x="6218399" y="2101234"/>
            <a:ext cx="1034981" cy="82396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EC3D03A2-D2F8-777B-6359-D1D2215A1FE0}"/>
              </a:ext>
            </a:extLst>
          </p:cNvPr>
          <p:cNvCxnSpPr>
            <a:cxnSpLocks/>
          </p:cNvCxnSpPr>
          <p:nvPr/>
        </p:nvCxnSpPr>
        <p:spPr>
          <a:xfrm flipH="1">
            <a:off x="6335593" y="3114931"/>
            <a:ext cx="1329950" cy="1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B4F896A1-CECA-F236-2911-033C0328827C}"/>
              </a:ext>
            </a:extLst>
          </p:cNvPr>
          <p:cNvCxnSpPr>
            <a:cxnSpLocks/>
          </p:cNvCxnSpPr>
          <p:nvPr/>
        </p:nvCxnSpPr>
        <p:spPr>
          <a:xfrm flipH="1" flipV="1">
            <a:off x="6218399" y="3304665"/>
            <a:ext cx="1034981" cy="823964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iagrama de flujo: conector 18">
            <a:extLst>
              <a:ext uri="{FF2B5EF4-FFF2-40B4-BE49-F238E27FC236}">
                <a16:creationId xmlns:a16="http://schemas.microsoft.com/office/drawing/2014/main" id="{646225FA-D446-F7ED-91E0-D2F07522DC49}"/>
              </a:ext>
            </a:extLst>
          </p:cNvPr>
          <p:cNvSpPr/>
          <p:nvPr/>
        </p:nvSpPr>
        <p:spPr>
          <a:xfrm>
            <a:off x="6006680" y="3009073"/>
            <a:ext cx="211719" cy="211719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907B9E8-1C00-ED75-945E-8CBF9D2BAAD4}"/>
              </a:ext>
            </a:extLst>
          </p:cNvPr>
          <p:cNvSpPr txBox="1"/>
          <p:nvPr/>
        </p:nvSpPr>
        <p:spPr>
          <a:xfrm>
            <a:off x="7253380" y="1731902"/>
            <a:ext cx="269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latin typeface="Rebellion" panose="02000500000000000000" pitchFamily="2" charset="0"/>
              </a:rPr>
              <a:t>1</a:t>
            </a:r>
            <a:endParaRPr lang="es-ES" dirty="0">
              <a:latin typeface="Rebellion" panose="02000500000000000000" pitchFamily="2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864FE07-2524-25D4-3A03-8BBE9AF95759}"/>
              </a:ext>
            </a:extLst>
          </p:cNvPr>
          <p:cNvSpPr txBox="1"/>
          <p:nvPr/>
        </p:nvSpPr>
        <p:spPr>
          <a:xfrm>
            <a:off x="4702072" y="1731902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latin typeface="Rebellion" panose="02000500000000000000" pitchFamily="2" charset="0"/>
              </a:rPr>
              <a:t>2</a:t>
            </a:r>
            <a:endParaRPr lang="es-ES" dirty="0">
              <a:latin typeface="Rebellion" panose="02000500000000000000" pitchFamily="2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1FACCE5-0DE9-1740-C973-CE1D341F5B2B}"/>
              </a:ext>
            </a:extLst>
          </p:cNvPr>
          <p:cNvSpPr txBox="1"/>
          <p:nvPr/>
        </p:nvSpPr>
        <p:spPr>
          <a:xfrm>
            <a:off x="7330287" y="4128629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latin typeface="Rebellion" panose="02000500000000000000" pitchFamily="2" charset="0"/>
              </a:rPr>
              <a:t>3</a:t>
            </a:r>
            <a:endParaRPr lang="es-ES" dirty="0">
              <a:latin typeface="Rebellion" panose="02000500000000000000" pitchFamily="2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8A7D400-89D2-6C43-64DE-7C3D44A209E5}"/>
              </a:ext>
            </a:extLst>
          </p:cNvPr>
          <p:cNvSpPr txBox="1"/>
          <p:nvPr/>
        </p:nvSpPr>
        <p:spPr>
          <a:xfrm>
            <a:off x="4625165" y="4128629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latin typeface="Rebellion" panose="02000500000000000000" pitchFamily="2" charset="0"/>
              </a:rPr>
              <a:t>4</a:t>
            </a:r>
            <a:endParaRPr lang="es-ES" dirty="0">
              <a:latin typeface="Rebellion" panose="02000500000000000000" pitchFamily="2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5DC50EE6-0589-BD60-BA1A-54FFBA2BE896}"/>
              </a:ext>
            </a:extLst>
          </p:cNvPr>
          <p:cNvSpPr txBox="1"/>
          <p:nvPr/>
        </p:nvSpPr>
        <p:spPr>
          <a:xfrm>
            <a:off x="7782737" y="2935333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latin typeface="Rebellion" panose="02000500000000000000" pitchFamily="2" charset="0"/>
              </a:rPr>
              <a:t>5</a:t>
            </a:r>
            <a:endParaRPr lang="es-ES" dirty="0">
              <a:latin typeface="Rebellion" panose="02000500000000000000" pitchFamily="2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C4270FF2-09E0-B5F1-5248-DF1157519EDE}"/>
              </a:ext>
            </a:extLst>
          </p:cNvPr>
          <p:cNvSpPr txBox="1"/>
          <p:nvPr/>
        </p:nvSpPr>
        <p:spPr>
          <a:xfrm>
            <a:off x="4177220" y="2935333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latin typeface="Rebellion" panose="02000500000000000000" pitchFamily="2" charset="0"/>
              </a:rPr>
              <a:t>6</a:t>
            </a:r>
            <a:endParaRPr lang="es-ES" dirty="0">
              <a:latin typeface="Rebellion" panose="02000500000000000000" pitchFamily="2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CD6F8C4-E3ED-815B-461C-27546D42BA25}"/>
              </a:ext>
            </a:extLst>
          </p:cNvPr>
          <p:cNvSpPr txBox="1"/>
          <p:nvPr/>
        </p:nvSpPr>
        <p:spPr>
          <a:xfrm>
            <a:off x="5942020" y="1496891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latin typeface="Rebellion" panose="02000500000000000000" pitchFamily="2" charset="0"/>
              </a:rPr>
              <a:t>V</a:t>
            </a:r>
            <a:endParaRPr lang="es-ES" dirty="0">
              <a:latin typeface="Rebellion" panose="02000500000000000000" pitchFamily="2" charset="0"/>
            </a:endParaRP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05B072F8-23CF-49D6-3B87-26BA455E92D7}"/>
              </a:ext>
            </a:extLst>
          </p:cNvPr>
          <p:cNvCxnSpPr>
            <a:cxnSpLocks/>
          </p:cNvCxnSpPr>
          <p:nvPr/>
        </p:nvCxnSpPr>
        <p:spPr>
          <a:xfrm>
            <a:off x="6116105" y="1916568"/>
            <a:ext cx="0" cy="99592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E9C58C0D-85BD-E7E5-7F36-C901CEECD972}"/>
              </a:ext>
            </a:extLst>
          </p:cNvPr>
          <p:cNvSpPr txBox="1"/>
          <p:nvPr/>
        </p:nvSpPr>
        <p:spPr>
          <a:xfrm>
            <a:off x="3796346" y="1180280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latin typeface="Rebellion" panose="02000500000000000000" pitchFamily="2" charset="0"/>
              </a:rPr>
              <a:t>Par</a:t>
            </a:r>
            <a:endParaRPr lang="es-ES" dirty="0">
              <a:latin typeface="Rebellion" panose="02000500000000000000" pitchFamily="2" charset="0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5DE880F-108C-EA04-F26B-E4B14ACC21F0}"/>
              </a:ext>
            </a:extLst>
          </p:cNvPr>
          <p:cNvSpPr txBox="1"/>
          <p:nvPr/>
        </p:nvSpPr>
        <p:spPr>
          <a:xfrm>
            <a:off x="7612178" y="1180280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latin typeface="Rebellion" panose="02000500000000000000" pitchFamily="2" charset="0"/>
              </a:rPr>
              <a:t>Impar</a:t>
            </a:r>
            <a:endParaRPr lang="es-ES" dirty="0">
              <a:latin typeface="Rebellion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8630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85543-6F16-AE16-1C9D-7A445B447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9FA970D-9B9E-2251-8F88-7E4C7DE94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820" y="1885092"/>
            <a:ext cx="2286319" cy="2581635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6035C6C5-1DE1-61DA-EFF6-D93CE7400973}"/>
              </a:ext>
            </a:extLst>
          </p:cNvPr>
          <p:cNvSpPr/>
          <p:nvPr/>
        </p:nvSpPr>
        <p:spPr>
          <a:xfrm>
            <a:off x="4079353" y="1085872"/>
            <a:ext cx="4312344" cy="41875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5A52442-7113-1A7F-395F-374271139CA2}"/>
              </a:ext>
            </a:extLst>
          </p:cNvPr>
          <p:cNvSpPr/>
          <p:nvPr/>
        </p:nvSpPr>
        <p:spPr>
          <a:xfrm>
            <a:off x="4690502" y="1535981"/>
            <a:ext cx="3103985" cy="32798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624000E-F027-FE81-7F2A-F4EA4B7A5630}"/>
              </a:ext>
            </a:extLst>
          </p:cNvPr>
          <p:cNvSpPr/>
          <p:nvPr/>
        </p:nvSpPr>
        <p:spPr>
          <a:xfrm>
            <a:off x="5235065" y="1928149"/>
            <a:ext cx="2031478" cy="24914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184E268B-D976-02E6-AF55-A102A9F14360}"/>
              </a:ext>
            </a:extLst>
          </p:cNvPr>
          <p:cNvSpPr/>
          <p:nvPr/>
        </p:nvSpPr>
        <p:spPr>
          <a:xfrm>
            <a:off x="5736190" y="2322447"/>
            <a:ext cx="977036" cy="169075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Diagrama de flujo: conector 6">
            <a:extLst>
              <a:ext uri="{FF2B5EF4-FFF2-40B4-BE49-F238E27FC236}">
                <a16:creationId xmlns:a16="http://schemas.microsoft.com/office/drawing/2014/main" id="{9C049C15-85C2-F55A-1097-475F8DE6280C}"/>
              </a:ext>
            </a:extLst>
          </p:cNvPr>
          <p:cNvSpPr/>
          <p:nvPr/>
        </p:nvSpPr>
        <p:spPr>
          <a:xfrm>
            <a:off x="5713082" y="3342737"/>
            <a:ext cx="533326" cy="536523"/>
          </a:xfrm>
          <a:prstGeom prst="flowChartConnector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Diagrama de flujo: conector 1">
            <a:extLst>
              <a:ext uri="{FF2B5EF4-FFF2-40B4-BE49-F238E27FC236}">
                <a16:creationId xmlns:a16="http://schemas.microsoft.com/office/drawing/2014/main" id="{B2F77E12-BF76-9878-1B61-450A05E51C0C}"/>
              </a:ext>
            </a:extLst>
          </p:cNvPr>
          <p:cNvSpPr/>
          <p:nvPr/>
        </p:nvSpPr>
        <p:spPr>
          <a:xfrm>
            <a:off x="7807500" y="1134124"/>
            <a:ext cx="533326" cy="536523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Flecha: cuádruple 13">
            <a:extLst>
              <a:ext uri="{FF2B5EF4-FFF2-40B4-BE49-F238E27FC236}">
                <a16:creationId xmlns:a16="http://schemas.microsoft.com/office/drawing/2014/main" id="{22CE6197-EBFB-CCE6-8B6C-8D9F82B38B7C}"/>
              </a:ext>
            </a:extLst>
          </p:cNvPr>
          <p:cNvSpPr/>
          <p:nvPr/>
        </p:nvSpPr>
        <p:spPr>
          <a:xfrm>
            <a:off x="4141522" y="1178560"/>
            <a:ext cx="4182347" cy="4002836"/>
          </a:xfrm>
          <a:prstGeom prst="quadArrow">
            <a:avLst>
              <a:gd name="adj1" fmla="val 2884"/>
              <a:gd name="adj2" fmla="val 3973"/>
              <a:gd name="adj3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00D2B6B-C145-56C9-5D0D-6A7E90407E72}"/>
              </a:ext>
            </a:extLst>
          </p:cNvPr>
          <p:cNvSpPr txBox="1"/>
          <p:nvPr/>
        </p:nvSpPr>
        <p:spPr>
          <a:xfrm>
            <a:off x="7925418" y="1085872"/>
            <a:ext cx="3353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>
                <a:latin typeface="Rebellion" panose="02000500000000000000" pitchFamily="2" charset="0"/>
              </a:rPr>
              <a:t>1</a:t>
            </a:r>
            <a:endParaRPr lang="es-ES" dirty="0">
              <a:latin typeface="Rebellion" panose="02000500000000000000" pitchFamily="2" charset="0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B6015093-2CDB-AE1F-C1EC-1BDB416761B9}"/>
              </a:ext>
            </a:extLst>
          </p:cNvPr>
          <p:cNvSpPr txBox="1"/>
          <p:nvPr/>
        </p:nvSpPr>
        <p:spPr>
          <a:xfrm>
            <a:off x="4141522" y="4685493"/>
            <a:ext cx="505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>
                <a:latin typeface="Rebellion" panose="02000500000000000000" pitchFamily="2" charset="0"/>
              </a:rPr>
              <a:t>2</a:t>
            </a:r>
            <a:endParaRPr lang="es-ES" dirty="0">
              <a:latin typeface="Rebellion" panose="02000500000000000000" pitchFamily="2" charset="0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7472D058-BBB6-88B0-4202-C2795669D2FB}"/>
              </a:ext>
            </a:extLst>
          </p:cNvPr>
          <p:cNvSpPr txBox="1"/>
          <p:nvPr/>
        </p:nvSpPr>
        <p:spPr>
          <a:xfrm>
            <a:off x="7831677" y="4641057"/>
            <a:ext cx="5261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>
                <a:latin typeface="Rebellion" panose="02000500000000000000" pitchFamily="2" charset="0"/>
              </a:rPr>
              <a:t>3</a:t>
            </a:r>
            <a:endParaRPr lang="es-ES" dirty="0">
              <a:latin typeface="Rebellion" panose="02000500000000000000" pitchFamily="2" charset="0"/>
            </a:endParaRPr>
          </a:p>
        </p:txBody>
      </p:sp>
      <p:sp>
        <p:nvSpPr>
          <p:cNvPr id="5" name="Diagrama de flujo: conector 4">
            <a:extLst>
              <a:ext uri="{FF2B5EF4-FFF2-40B4-BE49-F238E27FC236}">
                <a16:creationId xmlns:a16="http://schemas.microsoft.com/office/drawing/2014/main" id="{57EA5DC1-F1DB-BA70-1337-25D5F81265B4}"/>
              </a:ext>
            </a:extLst>
          </p:cNvPr>
          <p:cNvSpPr/>
          <p:nvPr/>
        </p:nvSpPr>
        <p:spPr>
          <a:xfrm>
            <a:off x="7258470" y="4275245"/>
            <a:ext cx="533326" cy="536523"/>
          </a:xfrm>
          <a:prstGeom prst="flowChartConnector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9D4A1CD1-82C1-4382-D59D-86357DC56EB7}"/>
              </a:ext>
            </a:extLst>
          </p:cNvPr>
          <p:cNvSpPr txBox="1"/>
          <p:nvPr/>
        </p:nvSpPr>
        <p:spPr>
          <a:xfrm>
            <a:off x="4185235" y="1090279"/>
            <a:ext cx="5261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>
                <a:latin typeface="Rebellion" panose="02000500000000000000" pitchFamily="2" charset="0"/>
              </a:rPr>
              <a:t>4</a:t>
            </a:r>
            <a:endParaRPr lang="es-ES" dirty="0">
              <a:latin typeface="Rebellion" panose="02000500000000000000" pitchFamily="2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67E00A4E-D26D-68BE-D69E-C71E016CDE81}"/>
              </a:ext>
            </a:extLst>
          </p:cNvPr>
          <p:cNvSpPr txBox="1"/>
          <p:nvPr/>
        </p:nvSpPr>
        <p:spPr>
          <a:xfrm>
            <a:off x="7399325" y="4275501"/>
            <a:ext cx="3353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>
                <a:latin typeface="Rebellion" panose="02000500000000000000" pitchFamily="2" charset="0"/>
              </a:rPr>
              <a:t>1</a:t>
            </a:r>
            <a:endParaRPr lang="es-ES" dirty="0">
              <a:latin typeface="Rebellion" panose="02000500000000000000" pitchFamily="2" charset="0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8719A480-57F0-A099-B5A6-40BBD94E7608}"/>
              </a:ext>
            </a:extLst>
          </p:cNvPr>
          <p:cNvSpPr txBox="1"/>
          <p:nvPr/>
        </p:nvSpPr>
        <p:spPr>
          <a:xfrm>
            <a:off x="4731636" y="1453546"/>
            <a:ext cx="505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>
                <a:latin typeface="Rebellion" panose="02000500000000000000" pitchFamily="2" charset="0"/>
              </a:rPr>
              <a:t>2</a:t>
            </a:r>
            <a:endParaRPr lang="es-ES" dirty="0">
              <a:latin typeface="Rebellion" panose="02000500000000000000" pitchFamily="2" charset="0"/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222115D8-FFDE-3198-5405-24EEEDEE57DF}"/>
              </a:ext>
            </a:extLst>
          </p:cNvPr>
          <p:cNvSpPr txBox="1"/>
          <p:nvPr/>
        </p:nvSpPr>
        <p:spPr>
          <a:xfrm>
            <a:off x="7268381" y="1453545"/>
            <a:ext cx="5261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>
                <a:latin typeface="Rebellion" panose="02000500000000000000" pitchFamily="2" charset="0"/>
              </a:rPr>
              <a:t>3</a:t>
            </a:r>
            <a:endParaRPr lang="es-ES" dirty="0">
              <a:latin typeface="Rebellion" panose="02000500000000000000" pitchFamily="2" charset="0"/>
            </a:endParaRPr>
          </a:p>
        </p:txBody>
      </p:sp>
      <p:sp>
        <p:nvSpPr>
          <p:cNvPr id="6" name="Diagrama de flujo: conector 5">
            <a:extLst>
              <a:ext uri="{FF2B5EF4-FFF2-40B4-BE49-F238E27FC236}">
                <a16:creationId xmlns:a16="http://schemas.microsoft.com/office/drawing/2014/main" id="{3EE1F495-0A81-598F-A82E-6378EE521D01}"/>
              </a:ext>
            </a:extLst>
          </p:cNvPr>
          <p:cNvSpPr/>
          <p:nvPr/>
        </p:nvSpPr>
        <p:spPr>
          <a:xfrm>
            <a:off x="5223740" y="1941729"/>
            <a:ext cx="533326" cy="536523"/>
          </a:xfrm>
          <a:prstGeom prst="flowChartConnector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2D27B4CD-9902-FA55-8DAB-986CFCF17C90}"/>
              </a:ext>
            </a:extLst>
          </p:cNvPr>
          <p:cNvSpPr txBox="1"/>
          <p:nvPr/>
        </p:nvSpPr>
        <p:spPr>
          <a:xfrm>
            <a:off x="4708958" y="4253283"/>
            <a:ext cx="5261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>
                <a:latin typeface="Rebellion" panose="02000500000000000000" pitchFamily="2" charset="0"/>
              </a:rPr>
              <a:t>4</a:t>
            </a:r>
            <a:endParaRPr lang="es-ES" dirty="0">
              <a:latin typeface="Rebellion" panose="02000500000000000000" pitchFamily="2" charset="0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70B02977-0CA7-36F9-D84A-367AFEAD68AC}"/>
              </a:ext>
            </a:extLst>
          </p:cNvPr>
          <p:cNvSpPr txBox="1"/>
          <p:nvPr/>
        </p:nvSpPr>
        <p:spPr>
          <a:xfrm>
            <a:off x="5329593" y="1905931"/>
            <a:ext cx="3353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>
                <a:latin typeface="Rebellion" panose="02000500000000000000" pitchFamily="2" charset="0"/>
              </a:rPr>
              <a:t>1</a:t>
            </a:r>
            <a:endParaRPr lang="es-ES" dirty="0">
              <a:latin typeface="Rebellion" panose="02000500000000000000" pitchFamily="2" charset="0"/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AECD5575-F74F-280C-4C06-007859D4E129}"/>
              </a:ext>
            </a:extLst>
          </p:cNvPr>
          <p:cNvSpPr txBox="1"/>
          <p:nvPr/>
        </p:nvSpPr>
        <p:spPr>
          <a:xfrm>
            <a:off x="6804989" y="3879261"/>
            <a:ext cx="505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>
                <a:latin typeface="Rebellion" panose="02000500000000000000" pitchFamily="2" charset="0"/>
              </a:rPr>
              <a:t>2</a:t>
            </a:r>
            <a:endParaRPr lang="es-ES" dirty="0">
              <a:latin typeface="Rebellion" panose="02000500000000000000" pitchFamily="2" charset="0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F1B9A116-BA7A-D819-C060-4216507D60F8}"/>
              </a:ext>
            </a:extLst>
          </p:cNvPr>
          <p:cNvSpPr txBox="1"/>
          <p:nvPr/>
        </p:nvSpPr>
        <p:spPr>
          <a:xfrm>
            <a:off x="5210084" y="3879260"/>
            <a:ext cx="5261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>
                <a:latin typeface="Rebellion" panose="02000500000000000000" pitchFamily="2" charset="0"/>
              </a:rPr>
              <a:t>3</a:t>
            </a:r>
            <a:endParaRPr lang="es-ES" dirty="0">
              <a:latin typeface="Rebellion" panose="02000500000000000000" pitchFamily="2" charset="0"/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C615B28B-F021-E4E2-9076-0A19ABDCF7CD}"/>
              </a:ext>
            </a:extLst>
          </p:cNvPr>
          <p:cNvSpPr txBox="1"/>
          <p:nvPr/>
        </p:nvSpPr>
        <p:spPr>
          <a:xfrm>
            <a:off x="6801348" y="1851761"/>
            <a:ext cx="5261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>
                <a:latin typeface="Rebellion" panose="02000500000000000000" pitchFamily="2" charset="0"/>
              </a:rPr>
              <a:t>4</a:t>
            </a:r>
            <a:endParaRPr lang="es-ES" dirty="0">
              <a:latin typeface="Rebellion" panose="02000500000000000000" pitchFamily="2" charset="0"/>
            </a:endParaRP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216C0DBE-95DA-2204-B1ED-711E372CF322}"/>
              </a:ext>
            </a:extLst>
          </p:cNvPr>
          <p:cNvSpPr txBox="1"/>
          <p:nvPr/>
        </p:nvSpPr>
        <p:spPr>
          <a:xfrm>
            <a:off x="5818479" y="3334158"/>
            <a:ext cx="3353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>
                <a:latin typeface="Rebellion" panose="02000500000000000000" pitchFamily="2" charset="0"/>
              </a:rPr>
              <a:t>1</a:t>
            </a:r>
            <a:endParaRPr lang="es-ES" dirty="0">
              <a:latin typeface="Rebellion" panose="02000500000000000000" pitchFamily="2" charset="0"/>
            </a:endParaRP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FAE0DBEF-4D45-C0C5-E895-DF7B2BEED1E3}"/>
              </a:ext>
            </a:extLst>
          </p:cNvPr>
          <p:cNvSpPr txBox="1"/>
          <p:nvPr/>
        </p:nvSpPr>
        <p:spPr>
          <a:xfrm>
            <a:off x="6279208" y="2459725"/>
            <a:ext cx="505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>
                <a:latin typeface="Rebellion" panose="02000500000000000000" pitchFamily="2" charset="0"/>
              </a:rPr>
              <a:t>2</a:t>
            </a:r>
            <a:endParaRPr lang="es-ES" dirty="0">
              <a:latin typeface="Rebellion" panose="02000500000000000000" pitchFamily="2" charset="0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6E1DDB8A-A600-8058-4515-7E570990E836}"/>
              </a:ext>
            </a:extLst>
          </p:cNvPr>
          <p:cNvSpPr txBox="1"/>
          <p:nvPr/>
        </p:nvSpPr>
        <p:spPr>
          <a:xfrm>
            <a:off x="5704906" y="2459724"/>
            <a:ext cx="5261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>
                <a:latin typeface="Rebellion" panose="02000500000000000000" pitchFamily="2" charset="0"/>
              </a:rPr>
              <a:t>3</a:t>
            </a:r>
            <a:endParaRPr lang="es-ES" dirty="0">
              <a:latin typeface="Rebellion" panose="02000500000000000000" pitchFamily="2" charset="0"/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BCDCAB3F-7562-ED85-FA3F-D557B2457FA0}"/>
              </a:ext>
            </a:extLst>
          </p:cNvPr>
          <p:cNvSpPr txBox="1"/>
          <p:nvPr/>
        </p:nvSpPr>
        <p:spPr>
          <a:xfrm>
            <a:off x="6242464" y="3346041"/>
            <a:ext cx="5261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>
                <a:latin typeface="Rebellion" panose="02000500000000000000" pitchFamily="2" charset="0"/>
              </a:rPr>
              <a:t>4</a:t>
            </a:r>
            <a:endParaRPr lang="es-ES" dirty="0">
              <a:latin typeface="Rebellion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436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42208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25</Words>
  <Application>Microsoft Office PowerPoint</Application>
  <PresentationFormat>Panorámica</PresentationFormat>
  <Paragraphs>25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Rebellion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Matías Arancibia V.</dc:creator>
  <cp:lastModifiedBy>Matías Arancibia V.</cp:lastModifiedBy>
  <cp:revision>2</cp:revision>
  <dcterms:created xsi:type="dcterms:W3CDTF">2025-07-16T02:00:00Z</dcterms:created>
  <dcterms:modified xsi:type="dcterms:W3CDTF">2025-07-17T02:00:55Z</dcterms:modified>
</cp:coreProperties>
</file>